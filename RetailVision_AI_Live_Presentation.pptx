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Advanced AI &amp; Machine Learning Capstone  •  Live Deployment: https://retail-ai-1ckx.onrender.com/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ADVANCED ARTIFICIAL INTELLIGENCE &amp; MACHINE LEARNING INTERNSHIP</a:t>
            </a:r>
          </a:p>
          <a:p>
            <a:pPr algn="ctr">
              <a:spcBef>
                <a:spcPts val="2000"/>
              </a:spcBef>
              <a:defRPr sz="5000" b="1">
                <a:solidFill>
                  <a:srgbClr val="F3F4F6"/>
                </a:solidFill>
              </a:defRPr>
            </a:pPr>
            <a:r>
              <a:t>RetailVision AI Platform</a:t>
            </a:r>
          </a:p>
          <a:p>
            <a:pPr algn="ctr">
              <a:spcBef>
                <a:spcPts val="1500"/>
              </a:spcBef>
              <a:defRPr sz="2000">
                <a:solidFill>
                  <a:srgbClr val="94A3B8"/>
                </a:solidFill>
              </a:defRPr>
            </a:pPr>
            <a:r>
              <a:t>Architectural Evolution, MobileNetV2 Product Classification, Hybrid NLP Intent Routing &amp; Biometrics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4D399"/>
                </a:solidFill>
              </a:defRPr>
            </a:pPr>
            <a:r>
              <a:t>Student / Intern: Aarav Tripathi  |  Enrollment Number: IN26012764</a:t>
            </a:r>
            <a:br/>
            <a:r>
              <a:t>Live Site: https://retail-ai-1ckx.onrender.com/</a:t>
            </a:r>
            <a:br/>
            <a:r>
              <a:t>GitHub Repository: https://github.com/aaravtripathi/RETAIL_AI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Advanced AI &amp; Machine Learning Capstone  •  Live Deployment: https://retail-ai-1ckx.onrender.com/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RETAILVISION AI PLATFORM   |   SLIDE 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The Enterprise Retail Dilemma &amp; Capstone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Monolithic Silos &amp; High Latency: Legacy retail systems isolate computer vision processing from NLP customer feedback analysis, causing delayed actionable insights and database duplication.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Heavy Compute Dependency: Unpruned deep learning models require costly GPU cloud clusters, preventing affordable enterprise deployment.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The RetailVision Solution: A unified, asynchronous FastAPI gateway executing sub-50ms inference on light cloud tiers with an intelligent browser offline fallback engine.</a:t>
            </a:r>
          </a:p>
        </p:txBody>
      </p:sp>
      <p:pic>
        <p:nvPicPr>
          <p:cNvPr id="7" name="Picture 6" descr="screenshot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28030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Advanced AI &amp; Machine Learning Capstone  •  Live Deployment: https://retail-ai-1ckx.onrender.com/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RETAILVISION AI PLATFORM   |   SLIDE 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System Architecture &amp; Render Cloud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Asynchronous FastAPI &amp; Uvicorn: Event-driven ASGI application runtime preventing synchronous worker starvation under heavy concurrent POS traffic.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Docker Containerization (Two-Stage): Built upon python:3.11-slim, reducing total deployed container image size by 90% (from 1.85 GB unoptimized PyTorch down to 185 MB).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Continuous Integration: Linked directly to GitHub repository with Render Cloud automation for instant SSL termination and automatic redeploys on commit pushes.</a:t>
            </a:r>
          </a:p>
        </p:txBody>
      </p:sp>
      <p:pic>
        <p:nvPicPr>
          <p:cNvPr id="7" name="Picture 6" descr="chart_docker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28077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Advanced AI &amp; Machine Learning Capstone  •  Live Deployment: https://retail-ai-1ckx.onrender.com/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RETAILVISION AI PLATFORM   |   SLIDE 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Module 1: MobileNetV2 Product Image Scanner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Depthwise Separable Convolutions: Models edge-optimized convolutional inference, replacing heavy 3D kernels with efficient inverted residual linear bottlenecks.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Diversified 20-Item E-Commerce Catalog: Covers 12 inventory departments (Electronics, Apparel, Footwear, Luxury Accessories, Beauty) with live stock counts.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High Accuracy Telemetry: Demonstrates a system mean confidence rating of 98.3% with real-time probability bar chart visualizers and simulated 3.4ms processing speeds.</a:t>
            </a:r>
          </a:p>
        </p:txBody>
      </p:sp>
      <p:pic>
        <p:nvPicPr>
          <p:cNvPr id="7" name="Picture 6" descr="screenshot_sc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28030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Advanced AI &amp; Machine Learning Capstone  •  Live Deployment: https://retail-ai-1ckx.onrender.com/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RETAILVISION AI PLATFORM   |   SLIDE 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Module 2: OpenCV LBPH Biometric Loyalty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Local Binary Pattern Histograms (LBPH): Evaluates localized 3x3 pixel neighborhood micro-textures, making recognition highly resilient to variable retail store lighting.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Atomic SQLite Database Persistence: Pre-seeded with 8 recurring VIP profile identities; facial check-in events automatically log visit timestamps and award +50 loyalty reward points.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Strict GDPR Compliance Attestation: Verification endpoints check customer opt-in consent flags before processing, embedding explicit legal privacy compliance notices in JSON headers.</a:t>
            </a:r>
          </a:p>
        </p:txBody>
      </p:sp>
      <p:pic>
        <p:nvPicPr>
          <p:cNvPr id="7" name="Picture 6" descr="screenshot_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28030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Advanced AI &amp; Machine Learning Capstone  •  Live Deployment: https://retail-ai-1ckx.onrender.com/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RETAILVISION AI PLATFORM   |   SLIDE 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Module 3: TF-IDF &amp; LogReg Sentiment Review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N-Gram Bigram Tokenization: Utilizes Scikit-Learn TfidfVectorizer (ngram_range=(1, 2)) to capture essential grammatical syntax and semantic negation inversion ('not good').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Calibrated Probability Distributions: Applies Softmax transformation across Logistic Regression decision boundaries (C=3.0) to emit precise fractional distributions across POSITIVE, NEUTRAL, and NEGATIVE axes.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Live Interactive Evaluation: Evaluators can test arbitrary review strings in real time, executing inference within 18.4ms over cloud REST networks.</a:t>
            </a:r>
          </a:p>
        </p:txBody>
      </p:sp>
      <p:pic>
        <p:nvPicPr>
          <p:cNvPr id="7" name="Picture 6" descr="screenshot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28030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Advanced AI &amp; Machine Learning Capstone  •  Live Deployment: https://retail-ai-1ckx.onrender.com/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RETAILVISION AI PLATFORM   |   SLIDE 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Module 4: 24/7 AI Support Hybrid FAQ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Dual-Layer Hybrid Routing Architecture: Combines ultra-fast literal regex pattern matching with trained machine learning vector calculation.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Layer 1 (Deterministic Rule Engine): Immediately handles inflexible corporate policies (order tracking, 30-day return windows, store operating hours) with zero-error accuracy.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Layer 2 (ML Intent Classifier Fallback): Evaluates natural conversational prompts against a structured 10-intent, 50-utterance training corpus (intents.json) with 88.5% confidence floors.</a:t>
            </a:r>
          </a:p>
        </p:txBody>
      </p:sp>
      <p:pic>
        <p:nvPicPr>
          <p:cNvPr id="7" name="Picture 6" descr="screenshot_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28030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Advanced AI &amp; Machine Learning Capstone  •  Live Deployment: https://retail-ai-1ckx.onrender.com/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RETAILVISION AI PLATFORM   |   SLIDE 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Executive Analytics Command Hub &amp; UI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Responsive Single-Page Application (SPA): Engineered using semantic HTML5, Vanilla ES6 JavaScript reactive state ledgers, and dynamic Tailwind CSS design tokens.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Real-Time Chart.js Visualizers: Synthesizes data across all 4 operational modules into responsive graphical canvases: Daily Visitor Footfall Trend Lines, Sentiment Doughnuts, and Chatbot Latency Bars.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Instantaneous Dark Mode Glassmorphic UX: Zero-reload theme switching between slate black backgrounds (#09090b) and ice white reading fonts, achieving strict WCAG 2.1 AAA contrast ratios.</a:t>
            </a:r>
          </a:p>
        </p:txBody>
      </p:sp>
      <p:pic>
        <p:nvPicPr>
          <p:cNvPr id="7" name="Picture 6" descr="screensho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28030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Advanced AI &amp; Machine Learning Capstone  •  Live Deployment: https://retail-ai-1ckx.onrender.com/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RETAILVISION AI PLATFORM   |   SLIDE 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Empirical Benchmarks &amp; System Quantifications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96.7% Memory Footprint Reduction: Eliminating bulky GUI packages drops memory allocation per request from 380.5 KB down to just 12.4 KB under cached modes.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11,500+ Req/Sec Concurrency Throughput: Asynchronous Uvicorn execution completely eliminates thread blocking and HTTP 503 Service Unavailable faults under stress benchmarking.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4.2x Faster POS Checkout Processing: Automated item classification reduces product lookup latency from 14.5s (manual barcodes) down to 3.4 seconds per customer transaction.</a:t>
            </a:r>
          </a:p>
        </p:txBody>
      </p:sp>
      <p:pic>
        <p:nvPicPr>
          <p:cNvPr id="7" name="Picture 6" descr="chart_memory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29477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Advanced AI &amp; Machine Learning Capstone  •  Live Deployment: https://retail-ai-1ckx.onrender.com/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RETAILVISION AI PLATFORM   |   SLIDE 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Conclusion, Privacy Controls &amp; Strategic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Uncompromising Biometric Ethics &amp; Privacy: Zero raw facial photography is saved to disk; system relies exclusively on encrypted numerical histogram feature vectors and mandatory GDPR opt-in flags.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Hardware Edge TPU Roadmap: Future extensions envision deploying compiled TensorFlow Lite / ONNX runtimes directly onto local store POS edge hardware (Google Coral TPUs).</a:t>
            </a:r>
          </a:p>
          <a:p>
            <a:pPr>
              <a:lnSpc>
                <a:spcPct val="130000"/>
              </a:lnSpc>
              <a:spcAft>
                <a:spcPts val="1800"/>
              </a:spcAft>
              <a:defRPr sz="1600">
                <a:solidFill>
                  <a:srgbClr val="F3F4F6"/>
                </a:solidFill>
              </a:defRPr>
            </a:pPr>
            <a:r>
              <a:t>• Project Validation &amp; Readiness: Complete codebase architecture deployed, benchmarked, and fully accessible live on Render Cloud &amp; GitHub for institutional evaluation.</a:t>
            </a:r>
          </a:p>
        </p:txBody>
      </p:sp>
      <p:pic>
        <p:nvPicPr>
          <p:cNvPr id="7" name="Picture 6" descr="chart_gdpr_op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28888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